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fr-T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T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D1BB51-2369-4C9E-9FE7-1D6E87D435FF}" type="datetimeFigureOut">
              <a:rPr lang="fr-TN" smtClean="0"/>
              <a:t>27/10/2026</a:t>
            </a:fld>
            <a:endParaRPr lang="fr-T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T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T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T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6E8F75-EF7B-4526-B010-765C23D43469}" type="slidenum">
              <a:rPr lang="fr-TN" smtClean="0"/>
              <a:t>‹#›</a:t>
            </a:fld>
            <a:endParaRPr lang="fr-TN"/>
          </a:p>
        </p:txBody>
      </p:sp>
    </p:spTree>
    <p:extLst>
      <p:ext uri="{BB962C8B-B14F-4D97-AF65-F5344CB8AC3E}">
        <p14:creationId xmlns:p14="http://schemas.microsoft.com/office/powerpoint/2010/main" val="34584913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our knowledge graph. It holds every rule, every document and every test case, and shows how they are connected.</a:t>
            </a:r>
            <a:endParaRPr lang="fr-TN"/>
          </a:p>
        </p:txBody>
      </p:sp>
      <p:sp>
        <p:nvSpPr>
          <p:cNvPr id="4" name="Slide Number Placeholder 3"/>
          <p:cNvSpPr>
            <a:spLocks noGrp="1"/>
          </p:cNvSpPr>
          <p:nvPr>
            <p:ph type="sldNum" sz="quarter" idx="5"/>
          </p:nvPr>
        </p:nvSpPr>
        <p:spPr/>
        <p:txBody>
          <a:bodyPr/>
          <a:lstStyle/>
          <a:p>
            <a:fld id="{006E8F75-EF7B-4526-B010-765C23D43469}" type="slidenum">
              <a:rPr lang="fr-TN" smtClean="0"/>
              <a:t>1</a:t>
            </a:fld>
            <a:endParaRPr lang="fr-TN"/>
          </a:p>
        </p:txBody>
      </p:sp>
    </p:spTree>
    <p:extLst>
      <p:ext uri="{BB962C8B-B14F-4D97-AF65-F5344CB8AC3E}">
        <p14:creationId xmlns:p14="http://schemas.microsoft.com/office/powerpoint/2010/main" val="40657130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Rules change every year. When a new version comes out, ITSG uploads it once. The platform breaks it into pieces, compares it with the old version, and marks exactly what changed in the graph.</a:t>
            </a:r>
            <a:endParaRPr lang="fr-TN"/>
          </a:p>
        </p:txBody>
      </p:sp>
      <p:sp>
        <p:nvSpPr>
          <p:cNvPr id="4" name="Slide Number Placeholder 3"/>
          <p:cNvSpPr>
            <a:spLocks noGrp="1"/>
          </p:cNvSpPr>
          <p:nvPr>
            <p:ph type="sldNum" sz="quarter" idx="5"/>
          </p:nvPr>
        </p:nvSpPr>
        <p:spPr/>
        <p:txBody>
          <a:bodyPr/>
          <a:lstStyle/>
          <a:p>
            <a:fld id="{006E8F75-EF7B-4526-B010-765C23D43469}" type="slidenum">
              <a:rPr lang="fr-TN" smtClean="0"/>
              <a:t>2</a:t>
            </a:fld>
            <a:endParaRPr lang="fr-TN"/>
          </a:p>
        </p:txBody>
      </p:sp>
    </p:spTree>
    <p:extLst>
      <p:ext uri="{BB962C8B-B14F-4D97-AF65-F5344CB8AC3E}">
        <p14:creationId xmlns:p14="http://schemas.microsoft.com/office/powerpoint/2010/main" val="42395466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where RAG comes in. The AI looks up everything connected to that change in the graph, finds the rule it affects, and explains what is different, always with the source.</a:t>
            </a:r>
            <a:endParaRPr lang="fr-TN"/>
          </a:p>
        </p:txBody>
      </p:sp>
      <p:sp>
        <p:nvSpPr>
          <p:cNvPr id="4" name="Slide Number Placeholder 3"/>
          <p:cNvSpPr>
            <a:spLocks noGrp="1"/>
          </p:cNvSpPr>
          <p:nvPr>
            <p:ph type="sldNum" sz="quarter" idx="5"/>
          </p:nvPr>
        </p:nvSpPr>
        <p:spPr/>
        <p:txBody>
          <a:bodyPr/>
          <a:lstStyle/>
          <a:p>
            <a:fld id="{006E8F75-EF7B-4526-B010-765C23D43469}" type="slidenum">
              <a:rPr lang="fr-TN" smtClean="0"/>
              <a:t>3</a:t>
            </a:fld>
            <a:endParaRPr lang="fr-TN"/>
          </a:p>
        </p:txBody>
      </p:sp>
    </p:spTree>
    <p:extLst>
      <p:ext uri="{BB962C8B-B14F-4D97-AF65-F5344CB8AC3E}">
        <p14:creationId xmlns:p14="http://schemas.microsoft.com/office/powerpoint/2010/main" val="19592891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Next, the rules engine creates new tests for the changed rule, one public and one hidden. It calculates the expected results itself, so there is no AI guessing, and ITSG approves them.</a:t>
            </a:r>
            <a:endParaRPr lang="fr-TN"/>
          </a:p>
        </p:txBody>
      </p:sp>
      <p:sp>
        <p:nvSpPr>
          <p:cNvPr id="4" name="Slide Number Placeholder 3"/>
          <p:cNvSpPr>
            <a:spLocks noGrp="1"/>
          </p:cNvSpPr>
          <p:nvPr>
            <p:ph type="sldNum" sz="quarter" idx="5"/>
          </p:nvPr>
        </p:nvSpPr>
        <p:spPr/>
        <p:txBody>
          <a:bodyPr/>
          <a:lstStyle/>
          <a:p>
            <a:fld id="{006E8F75-EF7B-4526-B010-765C23D43469}" type="slidenum">
              <a:rPr lang="fr-TN" smtClean="0"/>
              <a:t>4</a:t>
            </a:fld>
            <a:endParaRPr lang="fr-TN"/>
          </a:p>
        </p:txBody>
      </p:sp>
    </p:spTree>
    <p:extLst>
      <p:ext uri="{BB962C8B-B14F-4D97-AF65-F5344CB8AC3E}">
        <p14:creationId xmlns:p14="http://schemas.microsoft.com/office/powerpoint/2010/main" val="7131253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Once approved, the tests go out to the vendors. Their software sends back a file, and our checker compares it field by field with the expected results.</a:t>
            </a:r>
            <a:endParaRPr lang="fr-TN"/>
          </a:p>
        </p:txBody>
      </p:sp>
      <p:sp>
        <p:nvSpPr>
          <p:cNvPr id="4" name="Slide Number Placeholder 3"/>
          <p:cNvSpPr>
            <a:spLocks noGrp="1"/>
          </p:cNvSpPr>
          <p:nvPr>
            <p:ph type="sldNum" sz="quarter" idx="5"/>
          </p:nvPr>
        </p:nvSpPr>
        <p:spPr/>
        <p:txBody>
          <a:bodyPr/>
          <a:lstStyle/>
          <a:p>
            <a:fld id="{006E8F75-EF7B-4526-B010-765C23D43469}" type="slidenum">
              <a:rPr lang="fr-TN" smtClean="0"/>
              <a:t>5</a:t>
            </a:fld>
            <a:endParaRPr lang="fr-TN"/>
          </a:p>
        </p:txBody>
      </p:sp>
    </p:spTree>
    <p:extLst>
      <p:ext uri="{BB962C8B-B14F-4D97-AF65-F5344CB8AC3E}">
        <p14:creationId xmlns:p14="http://schemas.microsoft.com/office/powerpoint/2010/main" val="16736435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If something doesn't match, the AI looks up the rule behind it and suggests whether it is a real error. But a human advisor always makes the final call.</a:t>
            </a:r>
            <a:endParaRPr lang="fr-TN"/>
          </a:p>
        </p:txBody>
      </p:sp>
      <p:sp>
        <p:nvSpPr>
          <p:cNvPr id="4" name="Slide Number Placeholder 3"/>
          <p:cNvSpPr>
            <a:spLocks noGrp="1"/>
          </p:cNvSpPr>
          <p:nvPr>
            <p:ph type="sldNum" sz="quarter" idx="5"/>
          </p:nvPr>
        </p:nvSpPr>
        <p:spPr/>
        <p:txBody>
          <a:bodyPr/>
          <a:lstStyle/>
          <a:p>
            <a:fld id="{006E8F75-EF7B-4526-B010-765C23D43469}" type="slidenum">
              <a:rPr lang="fr-TN" smtClean="0"/>
              <a:t>6</a:t>
            </a:fld>
            <a:endParaRPr lang="fr-TN"/>
          </a:p>
        </p:txBody>
      </p:sp>
    </p:spTree>
    <p:extLst>
      <p:ext uri="{BB962C8B-B14F-4D97-AF65-F5344CB8AC3E}">
        <p14:creationId xmlns:p14="http://schemas.microsoft.com/office/powerpoint/2010/main" val="38611516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Finally, the advisor's decision is saved in the graph. Next time the same difference appears, the platform already knows the answer. Let's see it live.</a:t>
            </a:r>
            <a:endParaRPr lang="fr-TN"/>
          </a:p>
        </p:txBody>
      </p:sp>
      <p:sp>
        <p:nvSpPr>
          <p:cNvPr id="4" name="Slide Number Placeholder 3"/>
          <p:cNvSpPr>
            <a:spLocks noGrp="1"/>
          </p:cNvSpPr>
          <p:nvPr>
            <p:ph type="sldNum" sz="quarter" idx="5"/>
          </p:nvPr>
        </p:nvSpPr>
        <p:spPr/>
        <p:txBody>
          <a:bodyPr/>
          <a:lstStyle/>
          <a:p>
            <a:fld id="{006E8F75-EF7B-4526-B010-765C23D43469}" type="slidenum">
              <a:rPr lang="fr-TN" smtClean="0"/>
              <a:t>7</a:t>
            </a:fld>
            <a:endParaRPr lang="fr-TN"/>
          </a:p>
        </p:txBody>
      </p:sp>
    </p:spTree>
    <p:extLst>
      <p:ext uri="{BB962C8B-B14F-4D97-AF65-F5344CB8AC3E}">
        <p14:creationId xmlns:p14="http://schemas.microsoft.com/office/powerpoint/2010/main" val="19160629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FA1EB-7CF3-4839-69DC-CDEDB47DA9E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fr-TN"/>
          </a:p>
        </p:txBody>
      </p:sp>
      <p:sp>
        <p:nvSpPr>
          <p:cNvPr id="3" name="Subtitle 2">
            <a:extLst>
              <a:ext uri="{FF2B5EF4-FFF2-40B4-BE49-F238E27FC236}">
                <a16:creationId xmlns:a16="http://schemas.microsoft.com/office/drawing/2014/main" id="{FEED02D3-24EA-46B0-1B9C-9847F101B50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r-TN"/>
          </a:p>
        </p:txBody>
      </p:sp>
      <p:sp>
        <p:nvSpPr>
          <p:cNvPr id="4" name="Date Placeholder 3">
            <a:extLst>
              <a:ext uri="{FF2B5EF4-FFF2-40B4-BE49-F238E27FC236}">
                <a16:creationId xmlns:a16="http://schemas.microsoft.com/office/drawing/2014/main" id="{9C03D951-D2FA-BB36-EEF6-1AA7A8A812B2}"/>
              </a:ext>
            </a:extLst>
          </p:cNvPr>
          <p:cNvSpPr>
            <a:spLocks noGrp="1"/>
          </p:cNvSpPr>
          <p:nvPr>
            <p:ph type="dt" sz="half" idx="10"/>
          </p:nvPr>
        </p:nvSpPr>
        <p:spPr/>
        <p:txBody>
          <a:bodyPr/>
          <a:lstStyle/>
          <a:p>
            <a:fld id="{76325031-20B9-4E69-B5CF-A221D85CEC6D}" type="datetimeFigureOut">
              <a:rPr lang="fr-TN" smtClean="0"/>
              <a:t>27/10/2026</a:t>
            </a:fld>
            <a:endParaRPr lang="fr-TN"/>
          </a:p>
        </p:txBody>
      </p:sp>
      <p:sp>
        <p:nvSpPr>
          <p:cNvPr id="5" name="Footer Placeholder 4">
            <a:extLst>
              <a:ext uri="{FF2B5EF4-FFF2-40B4-BE49-F238E27FC236}">
                <a16:creationId xmlns:a16="http://schemas.microsoft.com/office/drawing/2014/main" id="{F407220A-7E0A-DBDB-0428-F770A15A39E8}"/>
              </a:ext>
            </a:extLst>
          </p:cNvPr>
          <p:cNvSpPr>
            <a:spLocks noGrp="1"/>
          </p:cNvSpPr>
          <p:nvPr>
            <p:ph type="ftr" sz="quarter" idx="11"/>
          </p:nvPr>
        </p:nvSpPr>
        <p:spPr/>
        <p:txBody>
          <a:bodyPr/>
          <a:lstStyle/>
          <a:p>
            <a:endParaRPr lang="fr-TN"/>
          </a:p>
        </p:txBody>
      </p:sp>
      <p:sp>
        <p:nvSpPr>
          <p:cNvPr id="6" name="Slide Number Placeholder 5">
            <a:extLst>
              <a:ext uri="{FF2B5EF4-FFF2-40B4-BE49-F238E27FC236}">
                <a16:creationId xmlns:a16="http://schemas.microsoft.com/office/drawing/2014/main" id="{62686623-932F-B23B-97E2-D2212713002D}"/>
              </a:ext>
            </a:extLst>
          </p:cNvPr>
          <p:cNvSpPr>
            <a:spLocks noGrp="1"/>
          </p:cNvSpPr>
          <p:nvPr>
            <p:ph type="sldNum" sz="quarter" idx="12"/>
          </p:nvPr>
        </p:nvSpPr>
        <p:spPr/>
        <p:txBody>
          <a:bodyPr/>
          <a:lstStyle/>
          <a:p>
            <a:fld id="{6153A90C-6E4C-49C8-B189-D4F5995915C4}" type="slidenum">
              <a:rPr lang="fr-TN" smtClean="0"/>
              <a:t>‹#›</a:t>
            </a:fld>
            <a:endParaRPr lang="fr-TN"/>
          </a:p>
        </p:txBody>
      </p:sp>
    </p:spTree>
    <p:extLst>
      <p:ext uri="{BB962C8B-B14F-4D97-AF65-F5344CB8AC3E}">
        <p14:creationId xmlns:p14="http://schemas.microsoft.com/office/powerpoint/2010/main" val="31662814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562CA-3D20-079D-91C5-6C84D418B2EF}"/>
              </a:ext>
            </a:extLst>
          </p:cNvPr>
          <p:cNvSpPr>
            <a:spLocks noGrp="1"/>
          </p:cNvSpPr>
          <p:nvPr>
            <p:ph type="title"/>
          </p:nvPr>
        </p:nvSpPr>
        <p:spPr/>
        <p:txBody>
          <a:bodyPr/>
          <a:lstStyle/>
          <a:p>
            <a:r>
              <a:rPr lang="en-US"/>
              <a:t>Click to edit Master title style</a:t>
            </a:r>
            <a:endParaRPr lang="fr-TN"/>
          </a:p>
        </p:txBody>
      </p:sp>
      <p:sp>
        <p:nvSpPr>
          <p:cNvPr id="3" name="Content Placeholder 2">
            <a:extLst>
              <a:ext uri="{FF2B5EF4-FFF2-40B4-BE49-F238E27FC236}">
                <a16:creationId xmlns:a16="http://schemas.microsoft.com/office/drawing/2014/main" id="{A0E24250-6855-67CC-39D3-76FD44EE59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TN"/>
          </a:p>
        </p:txBody>
      </p:sp>
      <p:sp>
        <p:nvSpPr>
          <p:cNvPr id="4" name="Date Placeholder 3">
            <a:extLst>
              <a:ext uri="{FF2B5EF4-FFF2-40B4-BE49-F238E27FC236}">
                <a16:creationId xmlns:a16="http://schemas.microsoft.com/office/drawing/2014/main" id="{08482A10-C83D-2AD3-D6CD-A61704B453CD}"/>
              </a:ext>
            </a:extLst>
          </p:cNvPr>
          <p:cNvSpPr>
            <a:spLocks noGrp="1"/>
          </p:cNvSpPr>
          <p:nvPr>
            <p:ph type="dt" sz="half" idx="10"/>
          </p:nvPr>
        </p:nvSpPr>
        <p:spPr/>
        <p:txBody>
          <a:bodyPr/>
          <a:lstStyle/>
          <a:p>
            <a:fld id="{76325031-20B9-4E69-B5CF-A221D85CEC6D}" type="datetimeFigureOut">
              <a:rPr lang="fr-TN" smtClean="0"/>
              <a:t>27/10/2026</a:t>
            </a:fld>
            <a:endParaRPr lang="fr-TN"/>
          </a:p>
        </p:txBody>
      </p:sp>
      <p:sp>
        <p:nvSpPr>
          <p:cNvPr id="5" name="Footer Placeholder 4">
            <a:extLst>
              <a:ext uri="{FF2B5EF4-FFF2-40B4-BE49-F238E27FC236}">
                <a16:creationId xmlns:a16="http://schemas.microsoft.com/office/drawing/2014/main" id="{892379A9-3788-322A-9B31-3D1E0B573E86}"/>
              </a:ext>
            </a:extLst>
          </p:cNvPr>
          <p:cNvSpPr>
            <a:spLocks noGrp="1"/>
          </p:cNvSpPr>
          <p:nvPr>
            <p:ph type="ftr" sz="quarter" idx="11"/>
          </p:nvPr>
        </p:nvSpPr>
        <p:spPr/>
        <p:txBody>
          <a:bodyPr/>
          <a:lstStyle/>
          <a:p>
            <a:endParaRPr lang="fr-TN"/>
          </a:p>
        </p:txBody>
      </p:sp>
      <p:sp>
        <p:nvSpPr>
          <p:cNvPr id="6" name="Slide Number Placeholder 5">
            <a:extLst>
              <a:ext uri="{FF2B5EF4-FFF2-40B4-BE49-F238E27FC236}">
                <a16:creationId xmlns:a16="http://schemas.microsoft.com/office/drawing/2014/main" id="{CE21C7C7-CD1D-0DD8-04C2-0E87500209A9}"/>
              </a:ext>
            </a:extLst>
          </p:cNvPr>
          <p:cNvSpPr>
            <a:spLocks noGrp="1"/>
          </p:cNvSpPr>
          <p:nvPr>
            <p:ph type="sldNum" sz="quarter" idx="12"/>
          </p:nvPr>
        </p:nvSpPr>
        <p:spPr/>
        <p:txBody>
          <a:bodyPr/>
          <a:lstStyle/>
          <a:p>
            <a:fld id="{6153A90C-6E4C-49C8-B189-D4F5995915C4}" type="slidenum">
              <a:rPr lang="fr-TN" smtClean="0"/>
              <a:t>‹#›</a:t>
            </a:fld>
            <a:endParaRPr lang="fr-TN"/>
          </a:p>
        </p:txBody>
      </p:sp>
    </p:spTree>
    <p:extLst>
      <p:ext uri="{BB962C8B-B14F-4D97-AF65-F5344CB8AC3E}">
        <p14:creationId xmlns:p14="http://schemas.microsoft.com/office/powerpoint/2010/main" val="9188775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2747F-CFD9-5D7F-9464-283B7E9754D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fr-TN"/>
          </a:p>
        </p:txBody>
      </p:sp>
      <p:sp>
        <p:nvSpPr>
          <p:cNvPr id="3" name="Text Placeholder 2">
            <a:extLst>
              <a:ext uri="{FF2B5EF4-FFF2-40B4-BE49-F238E27FC236}">
                <a16:creationId xmlns:a16="http://schemas.microsoft.com/office/drawing/2014/main" id="{4BFF55FF-62EC-1541-3C7F-8710DE570BC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A1C08BB-B44B-6DBD-A169-C309B7FD1940}"/>
              </a:ext>
            </a:extLst>
          </p:cNvPr>
          <p:cNvSpPr>
            <a:spLocks noGrp="1"/>
          </p:cNvSpPr>
          <p:nvPr>
            <p:ph type="dt" sz="half" idx="10"/>
          </p:nvPr>
        </p:nvSpPr>
        <p:spPr/>
        <p:txBody>
          <a:bodyPr/>
          <a:lstStyle/>
          <a:p>
            <a:fld id="{76325031-20B9-4E69-B5CF-A221D85CEC6D}" type="datetimeFigureOut">
              <a:rPr lang="fr-TN" smtClean="0"/>
              <a:t>27/10/2026</a:t>
            </a:fld>
            <a:endParaRPr lang="fr-TN"/>
          </a:p>
        </p:txBody>
      </p:sp>
      <p:sp>
        <p:nvSpPr>
          <p:cNvPr id="5" name="Footer Placeholder 4">
            <a:extLst>
              <a:ext uri="{FF2B5EF4-FFF2-40B4-BE49-F238E27FC236}">
                <a16:creationId xmlns:a16="http://schemas.microsoft.com/office/drawing/2014/main" id="{F37257EC-E379-5A2C-EC36-DF3EC16A96C7}"/>
              </a:ext>
            </a:extLst>
          </p:cNvPr>
          <p:cNvSpPr>
            <a:spLocks noGrp="1"/>
          </p:cNvSpPr>
          <p:nvPr>
            <p:ph type="ftr" sz="quarter" idx="11"/>
          </p:nvPr>
        </p:nvSpPr>
        <p:spPr/>
        <p:txBody>
          <a:bodyPr/>
          <a:lstStyle/>
          <a:p>
            <a:endParaRPr lang="fr-TN"/>
          </a:p>
        </p:txBody>
      </p:sp>
      <p:sp>
        <p:nvSpPr>
          <p:cNvPr id="6" name="Slide Number Placeholder 5">
            <a:extLst>
              <a:ext uri="{FF2B5EF4-FFF2-40B4-BE49-F238E27FC236}">
                <a16:creationId xmlns:a16="http://schemas.microsoft.com/office/drawing/2014/main" id="{C47857E9-BC75-BA86-F05B-A0640E1CCD8F}"/>
              </a:ext>
            </a:extLst>
          </p:cNvPr>
          <p:cNvSpPr>
            <a:spLocks noGrp="1"/>
          </p:cNvSpPr>
          <p:nvPr>
            <p:ph type="sldNum" sz="quarter" idx="12"/>
          </p:nvPr>
        </p:nvSpPr>
        <p:spPr/>
        <p:txBody>
          <a:bodyPr/>
          <a:lstStyle/>
          <a:p>
            <a:fld id="{6153A90C-6E4C-49C8-B189-D4F5995915C4}" type="slidenum">
              <a:rPr lang="fr-TN" smtClean="0"/>
              <a:t>‹#›</a:t>
            </a:fld>
            <a:endParaRPr lang="fr-TN"/>
          </a:p>
        </p:txBody>
      </p:sp>
    </p:spTree>
    <p:extLst>
      <p:ext uri="{BB962C8B-B14F-4D97-AF65-F5344CB8AC3E}">
        <p14:creationId xmlns:p14="http://schemas.microsoft.com/office/powerpoint/2010/main" val="11567270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6CAF1-1810-DC47-E214-36D912DF9F9D}"/>
              </a:ext>
            </a:extLst>
          </p:cNvPr>
          <p:cNvSpPr>
            <a:spLocks noGrp="1"/>
          </p:cNvSpPr>
          <p:nvPr>
            <p:ph type="title"/>
          </p:nvPr>
        </p:nvSpPr>
        <p:spPr/>
        <p:txBody>
          <a:bodyPr/>
          <a:lstStyle/>
          <a:p>
            <a:r>
              <a:rPr lang="en-US"/>
              <a:t>Click to edit Master title style</a:t>
            </a:r>
            <a:endParaRPr lang="fr-TN"/>
          </a:p>
        </p:txBody>
      </p:sp>
      <p:sp>
        <p:nvSpPr>
          <p:cNvPr id="3" name="Content Placeholder 2">
            <a:extLst>
              <a:ext uri="{FF2B5EF4-FFF2-40B4-BE49-F238E27FC236}">
                <a16:creationId xmlns:a16="http://schemas.microsoft.com/office/drawing/2014/main" id="{0F3F1AD6-7E6B-9551-99C2-66B32A0F2F9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TN"/>
          </a:p>
        </p:txBody>
      </p:sp>
      <p:sp>
        <p:nvSpPr>
          <p:cNvPr id="4" name="Content Placeholder 3">
            <a:extLst>
              <a:ext uri="{FF2B5EF4-FFF2-40B4-BE49-F238E27FC236}">
                <a16:creationId xmlns:a16="http://schemas.microsoft.com/office/drawing/2014/main" id="{D74ADB80-8B96-C598-DDB2-58EC439C3BD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TN"/>
          </a:p>
        </p:txBody>
      </p:sp>
      <p:sp>
        <p:nvSpPr>
          <p:cNvPr id="5" name="Date Placeholder 4">
            <a:extLst>
              <a:ext uri="{FF2B5EF4-FFF2-40B4-BE49-F238E27FC236}">
                <a16:creationId xmlns:a16="http://schemas.microsoft.com/office/drawing/2014/main" id="{11605D6C-34C9-A94E-7ABB-20C9B16D8BAB}"/>
              </a:ext>
            </a:extLst>
          </p:cNvPr>
          <p:cNvSpPr>
            <a:spLocks noGrp="1"/>
          </p:cNvSpPr>
          <p:nvPr>
            <p:ph type="dt" sz="half" idx="10"/>
          </p:nvPr>
        </p:nvSpPr>
        <p:spPr/>
        <p:txBody>
          <a:bodyPr/>
          <a:lstStyle/>
          <a:p>
            <a:fld id="{76325031-20B9-4E69-B5CF-A221D85CEC6D}" type="datetimeFigureOut">
              <a:rPr lang="fr-TN" smtClean="0"/>
              <a:t>27/10/2026</a:t>
            </a:fld>
            <a:endParaRPr lang="fr-TN"/>
          </a:p>
        </p:txBody>
      </p:sp>
      <p:sp>
        <p:nvSpPr>
          <p:cNvPr id="6" name="Footer Placeholder 5">
            <a:extLst>
              <a:ext uri="{FF2B5EF4-FFF2-40B4-BE49-F238E27FC236}">
                <a16:creationId xmlns:a16="http://schemas.microsoft.com/office/drawing/2014/main" id="{2FAA5130-2C12-EF01-4C7A-D144F2D484D4}"/>
              </a:ext>
            </a:extLst>
          </p:cNvPr>
          <p:cNvSpPr>
            <a:spLocks noGrp="1"/>
          </p:cNvSpPr>
          <p:nvPr>
            <p:ph type="ftr" sz="quarter" idx="11"/>
          </p:nvPr>
        </p:nvSpPr>
        <p:spPr/>
        <p:txBody>
          <a:bodyPr/>
          <a:lstStyle/>
          <a:p>
            <a:endParaRPr lang="fr-TN"/>
          </a:p>
        </p:txBody>
      </p:sp>
      <p:sp>
        <p:nvSpPr>
          <p:cNvPr id="7" name="Slide Number Placeholder 6">
            <a:extLst>
              <a:ext uri="{FF2B5EF4-FFF2-40B4-BE49-F238E27FC236}">
                <a16:creationId xmlns:a16="http://schemas.microsoft.com/office/drawing/2014/main" id="{8AE4BDB3-B8CA-DCE1-37B7-F304C8BBA97B}"/>
              </a:ext>
            </a:extLst>
          </p:cNvPr>
          <p:cNvSpPr>
            <a:spLocks noGrp="1"/>
          </p:cNvSpPr>
          <p:nvPr>
            <p:ph type="sldNum" sz="quarter" idx="12"/>
          </p:nvPr>
        </p:nvSpPr>
        <p:spPr/>
        <p:txBody>
          <a:bodyPr/>
          <a:lstStyle/>
          <a:p>
            <a:fld id="{6153A90C-6E4C-49C8-B189-D4F5995915C4}" type="slidenum">
              <a:rPr lang="fr-TN" smtClean="0"/>
              <a:t>‹#›</a:t>
            </a:fld>
            <a:endParaRPr lang="fr-TN"/>
          </a:p>
        </p:txBody>
      </p:sp>
    </p:spTree>
    <p:extLst>
      <p:ext uri="{BB962C8B-B14F-4D97-AF65-F5344CB8AC3E}">
        <p14:creationId xmlns:p14="http://schemas.microsoft.com/office/powerpoint/2010/main" val="23378699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29C97-B137-90DD-F51B-45AFFF27139B}"/>
              </a:ext>
            </a:extLst>
          </p:cNvPr>
          <p:cNvSpPr>
            <a:spLocks noGrp="1"/>
          </p:cNvSpPr>
          <p:nvPr>
            <p:ph type="title"/>
          </p:nvPr>
        </p:nvSpPr>
        <p:spPr>
          <a:xfrm>
            <a:off x="839788" y="365125"/>
            <a:ext cx="10515600" cy="1325563"/>
          </a:xfrm>
        </p:spPr>
        <p:txBody>
          <a:bodyPr/>
          <a:lstStyle/>
          <a:p>
            <a:r>
              <a:rPr lang="en-US"/>
              <a:t>Click to edit Master title style</a:t>
            </a:r>
            <a:endParaRPr lang="fr-TN"/>
          </a:p>
        </p:txBody>
      </p:sp>
      <p:sp>
        <p:nvSpPr>
          <p:cNvPr id="3" name="Text Placeholder 2">
            <a:extLst>
              <a:ext uri="{FF2B5EF4-FFF2-40B4-BE49-F238E27FC236}">
                <a16:creationId xmlns:a16="http://schemas.microsoft.com/office/drawing/2014/main" id="{22393D7C-6485-0828-4775-D891FDC6DA5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7D826D6-1E03-637F-53AD-60B05E6011D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TN"/>
          </a:p>
        </p:txBody>
      </p:sp>
      <p:sp>
        <p:nvSpPr>
          <p:cNvPr id="5" name="Text Placeholder 4">
            <a:extLst>
              <a:ext uri="{FF2B5EF4-FFF2-40B4-BE49-F238E27FC236}">
                <a16:creationId xmlns:a16="http://schemas.microsoft.com/office/drawing/2014/main" id="{62F97377-EA18-C4B9-CEC3-B0770BC6C4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07A66EF-E3D3-3F29-31E7-E0634262D5D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TN"/>
          </a:p>
        </p:txBody>
      </p:sp>
      <p:sp>
        <p:nvSpPr>
          <p:cNvPr id="7" name="Date Placeholder 6">
            <a:extLst>
              <a:ext uri="{FF2B5EF4-FFF2-40B4-BE49-F238E27FC236}">
                <a16:creationId xmlns:a16="http://schemas.microsoft.com/office/drawing/2014/main" id="{56D22E3A-644F-9581-8255-297DF4BB3856}"/>
              </a:ext>
            </a:extLst>
          </p:cNvPr>
          <p:cNvSpPr>
            <a:spLocks noGrp="1"/>
          </p:cNvSpPr>
          <p:nvPr>
            <p:ph type="dt" sz="half" idx="10"/>
          </p:nvPr>
        </p:nvSpPr>
        <p:spPr/>
        <p:txBody>
          <a:bodyPr/>
          <a:lstStyle/>
          <a:p>
            <a:fld id="{76325031-20B9-4E69-B5CF-A221D85CEC6D}" type="datetimeFigureOut">
              <a:rPr lang="fr-TN" smtClean="0"/>
              <a:t>27/10/2026</a:t>
            </a:fld>
            <a:endParaRPr lang="fr-TN"/>
          </a:p>
        </p:txBody>
      </p:sp>
      <p:sp>
        <p:nvSpPr>
          <p:cNvPr id="8" name="Footer Placeholder 7">
            <a:extLst>
              <a:ext uri="{FF2B5EF4-FFF2-40B4-BE49-F238E27FC236}">
                <a16:creationId xmlns:a16="http://schemas.microsoft.com/office/drawing/2014/main" id="{D368875E-79BF-E3B4-E528-4B3D7A3BB5BE}"/>
              </a:ext>
            </a:extLst>
          </p:cNvPr>
          <p:cNvSpPr>
            <a:spLocks noGrp="1"/>
          </p:cNvSpPr>
          <p:nvPr>
            <p:ph type="ftr" sz="quarter" idx="11"/>
          </p:nvPr>
        </p:nvSpPr>
        <p:spPr/>
        <p:txBody>
          <a:bodyPr/>
          <a:lstStyle/>
          <a:p>
            <a:endParaRPr lang="fr-TN"/>
          </a:p>
        </p:txBody>
      </p:sp>
      <p:sp>
        <p:nvSpPr>
          <p:cNvPr id="9" name="Slide Number Placeholder 8">
            <a:extLst>
              <a:ext uri="{FF2B5EF4-FFF2-40B4-BE49-F238E27FC236}">
                <a16:creationId xmlns:a16="http://schemas.microsoft.com/office/drawing/2014/main" id="{28EADB59-AFC1-D3A5-1227-751436258D43}"/>
              </a:ext>
            </a:extLst>
          </p:cNvPr>
          <p:cNvSpPr>
            <a:spLocks noGrp="1"/>
          </p:cNvSpPr>
          <p:nvPr>
            <p:ph type="sldNum" sz="quarter" idx="12"/>
          </p:nvPr>
        </p:nvSpPr>
        <p:spPr/>
        <p:txBody>
          <a:bodyPr/>
          <a:lstStyle/>
          <a:p>
            <a:fld id="{6153A90C-6E4C-49C8-B189-D4F5995915C4}" type="slidenum">
              <a:rPr lang="fr-TN" smtClean="0"/>
              <a:t>‹#›</a:t>
            </a:fld>
            <a:endParaRPr lang="fr-TN"/>
          </a:p>
        </p:txBody>
      </p:sp>
    </p:spTree>
    <p:extLst>
      <p:ext uri="{BB962C8B-B14F-4D97-AF65-F5344CB8AC3E}">
        <p14:creationId xmlns:p14="http://schemas.microsoft.com/office/powerpoint/2010/main" val="874888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86C99-1007-BCD7-27A2-46F78C625CE1}"/>
              </a:ext>
            </a:extLst>
          </p:cNvPr>
          <p:cNvSpPr>
            <a:spLocks noGrp="1"/>
          </p:cNvSpPr>
          <p:nvPr>
            <p:ph type="title"/>
          </p:nvPr>
        </p:nvSpPr>
        <p:spPr/>
        <p:txBody>
          <a:bodyPr/>
          <a:lstStyle/>
          <a:p>
            <a:r>
              <a:rPr lang="en-US"/>
              <a:t>Click to edit Master title style</a:t>
            </a:r>
            <a:endParaRPr lang="fr-TN"/>
          </a:p>
        </p:txBody>
      </p:sp>
      <p:sp>
        <p:nvSpPr>
          <p:cNvPr id="3" name="Date Placeholder 2">
            <a:extLst>
              <a:ext uri="{FF2B5EF4-FFF2-40B4-BE49-F238E27FC236}">
                <a16:creationId xmlns:a16="http://schemas.microsoft.com/office/drawing/2014/main" id="{E56EDA52-AA82-B299-8F8E-243A449A5298}"/>
              </a:ext>
            </a:extLst>
          </p:cNvPr>
          <p:cNvSpPr>
            <a:spLocks noGrp="1"/>
          </p:cNvSpPr>
          <p:nvPr>
            <p:ph type="dt" sz="half" idx="10"/>
          </p:nvPr>
        </p:nvSpPr>
        <p:spPr/>
        <p:txBody>
          <a:bodyPr/>
          <a:lstStyle/>
          <a:p>
            <a:fld id="{76325031-20B9-4E69-B5CF-A221D85CEC6D}" type="datetimeFigureOut">
              <a:rPr lang="fr-TN" smtClean="0"/>
              <a:t>27/10/2026</a:t>
            </a:fld>
            <a:endParaRPr lang="fr-TN"/>
          </a:p>
        </p:txBody>
      </p:sp>
      <p:sp>
        <p:nvSpPr>
          <p:cNvPr id="4" name="Footer Placeholder 3">
            <a:extLst>
              <a:ext uri="{FF2B5EF4-FFF2-40B4-BE49-F238E27FC236}">
                <a16:creationId xmlns:a16="http://schemas.microsoft.com/office/drawing/2014/main" id="{8B2D9D0D-0F6F-BEA8-2FEF-B7A02B319612}"/>
              </a:ext>
            </a:extLst>
          </p:cNvPr>
          <p:cNvSpPr>
            <a:spLocks noGrp="1"/>
          </p:cNvSpPr>
          <p:nvPr>
            <p:ph type="ftr" sz="quarter" idx="11"/>
          </p:nvPr>
        </p:nvSpPr>
        <p:spPr/>
        <p:txBody>
          <a:bodyPr/>
          <a:lstStyle/>
          <a:p>
            <a:endParaRPr lang="fr-TN"/>
          </a:p>
        </p:txBody>
      </p:sp>
      <p:sp>
        <p:nvSpPr>
          <p:cNvPr id="5" name="Slide Number Placeholder 4">
            <a:extLst>
              <a:ext uri="{FF2B5EF4-FFF2-40B4-BE49-F238E27FC236}">
                <a16:creationId xmlns:a16="http://schemas.microsoft.com/office/drawing/2014/main" id="{88BA84F3-14C2-30C6-92AD-5EB4716BA1AE}"/>
              </a:ext>
            </a:extLst>
          </p:cNvPr>
          <p:cNvSpPr>
            <a:spLocks noGrp="1"/>
          </p:cNvSpPr>
          <p:nvPr>
            <p:ph type="sldNum" sz="quarter" idx="12"/>
          </p:nvPr>
        </p:nvSpPr>
        <p:spPr/>
        <p:txBody>
          <a:bodyPr/>
          <a:lstStyle/>
          <a:p>
            <a:fld id="{6153A90C-6E4C-49C8-B189-D4F5995915C4}" type="slidenum">
              <a:rPr lang="fr-TN" smtClean="0"/>
              <a:t>‹#›</a:t>
            </a:fld>
            <a:endParaRPr lang="fr-TN"/>
          </a:p>
        </p:txBody>
      </p:sp>
    </p:spTree>
    <p:extLst>
      <p:ext uri="{BB962C8B-B14F-4D97-AF65-F5344CB8AC3E}">
        <p14:creationId xmlns:p14="http://schemas.microsoft.com/office/powerpoint/2010/main" val="1352089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87707E-08A1-82FC-7864-C2C20449A435}"/>
              </a:ext>
            </a:extLst>
          </p:cNvPr>
          <p:cNvSpPr>
            <a:spLocks noGrp="1"/>
          </p:cNvSpPr>
          <p:nvPr>
            <p:ph type="dt" sz="half" idx="10"/>
          </p:nvPr>
        </p:nvSpPr>
        <p:spPr/>
        <p:txBody>
          <a:bodyPr/>
          <a:lstStyle/>
          <a:p>
            <a:fld id="{76325031-20B9-4E69-B5CF-A221D85CEC6D}" type="datetimeFigureOut">
              <a:rPr lang="fr-TN" smtClean="0"/>
              <a:t>27/10/2026</a:t>
            </a:fld>
            <a:endParaRPr lang="fr-TN"/>
          </a:p>
        </p:txBody>
      </p:sp>
      <p:sp>
        <p:nvSpPr>
          <p:cNvPr id="3" name="Footer Placeholder 2">
            <a:extLst>
              <a:ext uri="{FF2B5EF4-FFF2-40B4-BE49-F238E27FC236}">
                <a16:creationId xmlns:a16="http://schemas.microsoft.com/office/drawing/2014/main" id="{0E6DB3B1-5DE1-7078-E40D-FA79126CBCE1}"/>
              </a:ext>
            </a:extLst>
          </p:cNvPr>
          <p:cNvSpPr>
            <a:spLocks noGrp="1"/>
          </p:cNvSpPr>
          <p:nvPr>
            <p:ph type="ftr" sz="quarter" idx="11"/>
          </p:nvPr>
        </p:nvSpPr>
        <p:spPr/>
        <p:txBody>
          <a:bodyPr/>
          <a:lstStyle/>
          <a:p>
            <a:endParaRPr lang="fr-TN"/>
          </a:p>
        </p:txBody>
      </p:sp>
      <p:sp>
        <p:nvSpPr>
          <p:cNvPr id="4" name="Slide Number Placeholder 3">
            <a:extLst>
              <a:ext uri="{FF2B5EF4-FFF2-40B4-BE49-F238E27FC236}">
                <a16:creationId xmlns:a16="http://schemas.microsoft.com/office/drawing/2014/main" id="{DE71C537-F74B-94A5-46F3-777183D19B0B}"/>
              </a:ext>
            </a:extLst>
          </p:cNvPr>
          <p:cNvSpPr>
            <a:spLocks noGrp="1"/>
          </p:cNvSpPr>
          <p:nvPr>
            <p:ph type="sldNum" sz="quarter" idx="12"/>
          </p:nvPr>
        </p:nvSpPr>
        <p:spPr/>
        <p:txBody>
          <a:bodyPr/>
          <a:lstStyle/>
          <a:p>
            <a:fld id="{6153A90C-6E4C-49C8-B189-D4F5995915C4}" type="slidenum">
              <a:rPr lang="fr-TN" smtClean="0"/>
              <a:t>‹#›</a:t>
            </a:fld>
            <a:endParaRPr lang="fr-TN"/>
          </a:p>
        </p:txBody>
      </p:sp>
    </p:spTree>
    <p:extLst>
      <p:ext uri="{BB962C8B-B14F-4D97-AF65-F5344CB8AC3E}">
        <p14:creationId xmlns:p14="http://schemas.microsoft.com/office/powerpoint/2010/main" val="27314916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7BE78-3AD4-DD66-CF81-0E86673497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TN"/>
          </a:p>
        </p:txBody>
      </p:sp>
      <p:sp>
        <p:nvSpPr>
          <p:cNvPr id="3" name="Content Placeholder 2">
            <a:extLst>
              <a:ext uri="{FF2B5EF4-FFF2-40B4-BE49-F238E27FC236}">
                <a16:creationId xmlns:a16="http://schemas.microsoft.com/office/drawing/2014/main" id="{6E621A09-847F-B12A-A2DE-90086B9094C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TN"/>
          </a:p>
        </p:txBody>
      </p:sp>
      <p:sp>
        <p:nvSpPr>
          <p:cNvPr id="4" name="Text Placeholder 3">
            <a:extLst>
              <a:ext uri="{FF2B5EF4-FFF2-40B4-BE49-F238E27FC236}">
                <a16:creationId xmlns:a16="http://schemas.microsoft.com/office/drawing/2014/main" id="{FD78EDF5-F8A7-29FF-B9E3-D538E3AD00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D32977-5D9A-791A-8F39-9F64A892E782}"/>
              </a:ext>
            </a:extLst>
          </p:cNvPr>
          <p:cNvSpPr>
            <a:spLocks noGrp="1"/>
          </p:cNvSpPr>
          <p:nvPr>
            <p:ph type="dt" sz="half" idx="10"/>
          </p:nvPr>
        </p:nvSpPr>
        <p:spPr/>
        <p:txBody>
          <a:bodyPr/>
          <a:lstStyle/>
          <a:p>
            <a:fld id="{76325031-20B9-4E69-B5CF-A221D85CEC6D}" type="datetimeFigureOut">
              <a:rPr lang="fr-TN" smtClean="0"/>
              <a:t>27/10/2026</a:t>
            </a:fld>
            <a:endParaRPr lang="fr-TN"/>
          </a:p>
        </p:txBody>
      </p:sp>
      <p:sp>
        <p:nvSpPr>
          <p:cNvPr id="6" name="Footer Placeholder 5">
            <a:extLst>
              <a:ext uri="{FF2B5EF4-FFF2-40B4-BE49-F238E27FC236}">
                <a16:creationId xmlns:a16="http://schemas.microsoft.com/office/drawing/2014/main" id="{67D312B8-FCE3-F4B6-02B2-22C87D5D0FC7}"/>
              </a:ext>
            </a:extLst>
          </p:cNvPr>
          <p:cNvSpPr>
            <a:spLocks noGrp="1"/>
          </p:cNvSpPr>
          <p:nvPr>
            <p:ph type="ftr" sz="quarter" idx="11"/>
          </p:nvPr>
        </p:nvSpPr>
        <p:spPr/>
        <p:txBody>
          <a:bodyPr/>
          <a:lstStyle/>
          <a:p>
            <a:endParaRPr lang="fr-TN"/>
          </a:p>
        </p:txBody>
      </p:sp>
      <p:sp>
        <p:nvSpPr>
          <p:cNvPr id="7" name="Slide Number Placeholder 6">
            <a:extLst>
              <a:ext uri="{FF2B5EF4-FFF2-40B4-BE49-F238E27FC236}">
                <a16:creationId xmlns:a16="http://schemas.microsoft.com/office/drawing/2014/main" id="{357B2F64-9FDB-6265-2ADD-0D82B5F42A23}"/>
              </a:ext>
            </a:extLst>
          </p:cNvPr>
          <p:cNvSpPr>
            <a:spLocks noGrp="1"/>
          </p:cNvSpPr>
          <p:nvPr>
            <p:ph type="sldNum" sz="quarter" idx="12"/>
          </p:nvPr>
        </p:nvSpPr>
        <p:spPr/>
        <p:txBody>
          <a:bodyPr/>
          <a:lstStyle/>
          <a:p>
            <a:fld id="{6153A90C-6E4C-49C8-B189-D4F5995915C4}" type="slidenum">
              <a:rPr lang="fr-TN" smtClean="0"/>
              <a:t>‹#›</a:t>
            </a:fld>
            <a:endParaRPr lang="fr-TN"/>
          </a:p>
        </p:txBody>
      </p:sp>
    </p:spTree>
    <p:extLst>
      <p:ext uri="{BB962C8B-B14F-4D97-AF65-F5344CB8AC3E}">
        <p14:creationId xmlns:p14="http://schemas.microsoft.com/office/powerpoint/2010/main" val="3419914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BD562-8B3C-CCEE-C2A0-2211D2C3D3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TN"/>
          </a:p>
        </p:txBody>
      </p:sp>
      <p:sp>
        <p:nvSpPr>
          <p:cNvPr id="3" name="Picture Placeholder 2">
            <a:extLst>
              <a:ext uri="{FF2B5EF4-FFF2-40B4-BE49-F238E27FC236}">
                <a16:creationId xmlns:a16="http://schemas.microsoft.com/office/drawing/2014/main" id="{C453FD7A-58B3-3E83-FDBE-48E682E51E1E}"/>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TN"/>
          </a:p>
        </p:txBody>
      </p:sp>
      <p:sp>
        <p:nvSpPr>
          <p:cNvPr id="4" name="Text Placeholder 3">
            <a:extLst>
              <a:ext uri="{FF2B5EF4-FFF2-40B4-BE49-F238E27FC236}">
                <a16:creationId xmlns:a16="http://schemas.microsoft.com/office/drawing/2014/main" id="{6E4AFA80-CA8D-D1EC-BB5C-39C8820238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F340D7-68AA-6A69-BCF5-8309FD4D719C}"/>
              </a:ext>
            </a:extLst>
          </p:cNvPr>
          <p:cNvSpPr>
            <a:spLocks noGrp="1"/>
          </p:cNvSpPr>
          <p:nvPr>
            <p:ph type="dt" sz="half" idx="10"/>
          </p:nvPr>
        </p:nvSpPr>
        <p:spPr/>
        <p:txBody>
          <a:bodyPr/>
          <a:lstStyle/>
          <a:p>
            <a:fld id="{76325031-20B9-4E69-B5CF-A221D85CEC6D}" type="datetimeFigureOut">
              <a:rPr lang="fr-TN" smtClean="0"/>
              <a:t>27/10/2026</a:t>
            </a:fld>
            <a:endParaRPr lang="fr-TN"/>
          </a:p>
        </p:txBody>
      </p:sp>
      <p:sp>
        <p:nvSpPr>
          <p:cNvPr id="6" name="Footer Placeholder 5">
            <a:extLst>
              <a:ext uri="{FF2B5EF4-FFF2-40B4-BE49-F238E27FC236}">
                <a16:creationId xmlns:a16="http://schemas.microsoft.com/office/drawing/2014/main" id="{569855C8-8AB7-9880-034F-A35BF086670C}"/>
              </a:ext>
            </a:extLst>
          </p:cNvPr>
          <p:cNvSpPr>
            <a:spLocks noGrp="1"/>
          </p:cNvSpPr>
          <p:nvPr>
            <p:ph type="ftr" sz="quarter" idx="11"/>
          </p:nvPr>
        </p:nvSpPr>
        <p:spPr/>
        <p:txBody>
          <a:bodyPr/>
          <a:lstStyle/>
          <a:p>
            <a:endParaRPr lang="fr-TN"/>
          </a:p>
        </p:txBody>
      </p:sp>
      <p:sp>
        <p:nvSpPr>
          <p:cNvPr id="7" name="Slide Number Placeholder 6">
            <a:extLst>
              <a:ext uri="{FF2B5EF4-FFF2-40B4-BE49-F238E27FC236}">
                <a16:creationId xmlns:a16="http://schemas.microsoft.com/office/drawing/2014/main" id="{5130E8E9-58E8-1D96-3147-E1A23185E1FD}"/>
              </a:ext>
            </a:extLst>
          </p:cNvPr>
          <p:cNvSpPr>
            <a:spLocks noGrp="1"/>
          </p:cNvSpPr>
          <p:nvPr>
            <p:ph type="sldNum" sz="quarter" idx="12"/>
          </p:nvPr>
        </p:nvSpPr>
        <p:spPr/>
        <p:txBody>
          <a:bodyPr/>
          <a:lstStyle/>
          <a:p>
            <a:fld id="{6153A90C-6E4C-49C8-B189-D4F5995915C4}" type="slidenum">
              <a:rPr lang="fr-TN" smtClean="0"/>
              <a:t>‹#›</a:t>
            </a:fld>
            <a:endParaRPr lang="fr-TN"/>
          </a:p>
        </p:txBody>
      </p:sp>
    </p:spTree>
    <p:extLst>
      <p:ext uri="{BB962C8B-B14F-4D97-AF65-F5344CB8AC3E}">
        <p14:creationId xmlns:p14="http://schemas.microsoft.com/office/powerpoint/2010/main" val="41716097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8CFE7-66DB-A3A0-D9FB-BBFB9B7880F2}"/>
              </a:ext>
            </a:extLst>
          </p:cNvPr>
          <p:cNvSpPr>
            <a:spLocks noGrp="1"/>
          </p:cNvSpPr>
          <p:nvPr>
            <p:ph type="title"/>
          </p:nvPr>
        </p:nvSpPr>
        <p:spPr/>
        <p:txBody>
          <a:bodyPr/>
          <a:lstStyle/>
          <a:p>
            <a:r>
              <a:rPr lang="en-US"/>
              <a:t>Click to edit Master title style</a:t>
            </a:r>
            <a:endParaRPr lang="fr-TN"/>
          </a:p>
        </p:txBody>
      </p:sp>
      <p:sp>
        <p:nvSpPr>
          <p:cNvPr id="3" name="Vertical Text Placeholder 2">
            <a:extLst>
              <a:ext uri="{FF2B5EF4-FFF2-40B4-BE49-F238E27FC236}">
                <a16:creationId xmlns:a16="http://schemas.microsoft.com/office/drawing/2014/main" id="{0325E921-D2E1-ECC0-558C-F05F87E80AB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TN"/>
          </a:p>
        </p:txBody>
      </p:sp>
      <p:sp>
        <p:nvSpPr>
          <p:cNvPr id="4" name="Date Placeholder 3">
            <a:extLst>
              <a:ext uri="{FF2B5EF4-FFF2-40B4-BE49-F238E27FC236}">
                <a16:creationId xmlns:a16="http://schemas.microsoft.com/office/drawing/2014/main" id="{86F4173F-AAAF-1638-8BAD-CED32F4818EE}"/>
              </a:ext>
            </a:extLst>
          </p:cNvPr>
          <p:cNvSpPr>
            <a:spLocks noGrp="1"/>
          </p:cNvSpPr>
          <p:nvPr>
            <p:ph type="dt" sz="half" idx="10"/>
          </p:nvPr>
        </p:nvSpPr>
        <p:spPr/>
        <p:txBody>
          <a:bodyPr/>
          <a:lstStyle/>
          <a:p>
            <a:fld id="{76325031-20B9-4E69-B5CF-A221D85CEC6D}" type="datetimeFigureOut">
              <a:rPr lang="fr-TN" smtClean="0"/>
              <a:t>27/10/2026</a:t>
            </a:fld>
            <a:endParaRPr lang="fr-TN"/>
          </a:p>
        </p:txBody>
      </p:sp>
      <p:sp>
        <p:nvSpPr>
          <p:cNvPr id="5" name="Footer Placeholder 4">
            <a:extLst>
              <a:ext uri="{FF2B5EF4-FFF2-40B4-BE49-F238E27FC236}">
                <a16:creationId xmlns:a16="http://schemas.microsoft.com/office/drawing/2014/main" id="{9FB4DCAE-CEA3-BC3D-8940-9136ABB2AE91}"/>
              </a:ext>
            </a:extLst>
          </p:cNvPr>
          <p:cNvSpPr>
            <a:spLocks noGrp="1"/>
          </p:cNvSpPr>
          <p:nvPr>
            <p:ph type="ftr" sz="quarter" idx="11"/>
          </p:nvPr>
        </p:nvSpPr>
        <p:spPr/>
        <p:txBody>
          <a:bodyPr/>
          <a:lstStyle/>
          <a:p>
            <a:endParaRPr lang="fr-TN"/>
          </a:p>
        </p:txBody>
      </p:sp>
      <p:sp>
        <p:nvSpPr>
          <p:cNvPr id="6" name="Slide Number Placeholder 5">
            <a:extLst>
              <a:ext uri="{FF2B5EF4-FFF2-40B4-BE49-F238E27FC236}">
                <a16:creationId xmlns:a16="http://schemas.microsoft.com/office/drawing/2014/main" id="{57B368A2-A92A-6E27-FB16-BF931E1DFACF}"/>
              </a:ext>
            </a:extLst>
          </p:cNvPr>
          <p:cNvSpPr>
            <a:spLocks noGrp="1"/>
          </p:cNvSpPr>
          <p:nvPr>
            <p:ph type="sldNum" sz="quarter" idx="12"/>
          </p:nvPr>
        </p:nvSpPr>
        <p:spPr/>
        <p:txBody>
          <a:bodyPr/>
          <a:lstStyle/>
          <a:p>
            <a:fld id="{6153A90C-6E4C-49C8-B189-D4F5995915C4}" type="slidenum">
              <a:rPr lang="fr-TN" smtClean="0"/>
              <a:t>‹#›</a:t>
            </a:fld>
            <a:endParaRPr lang="fr-TN"/>
          </a:p>
        </p:txBody>
      </p:sp>
    </p:spTree>
    <p:extLst>
      <p:ext uri="{BB962C8B-B14F-4D97-AF65-F5344CB8AC3E}">
        <p14:creationId xmlns:p14="http://schemas.microsoft.com/office/powerpoint/2010/main" val="916493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ECD30F1-9E3C-75FF-2D12-F07B97A7270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fr-TN"/>
          </a:p>
        </p:txBody>
      </p:sp>
      <p:sp>
        <p:nvSpPr>
          <p:cNvPr id="3" name="Vertical Text Placeholder 2">
            <a:extLst>
              <a:ext uri="{FF2B5EF4-FFF2-40B4-BE49-F238E27FC236}">
                <a16:creationId xmlns:a16="http://schemas.microsoft.com/office/drawing/2014/main" id="{AC8883F8-D393-2B4A-A9E1-FAF61490423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TN"/>
          </a:p>
        </p:txBody>
      </p:sp>
      <p:sp>
        <p:nvSpPr>
          <p:cNvPr id="4" name="Date Placeholder 3">
            <a:extLst>
              <a:ext uri="{FF2B5EF4-FFF2-40B4-BE49-F238E27FC236}">
                <a16:creationId xmlns:a16="http://schemas.microsoft.com/office/drawing/2014/main" id="{8793561C-3687-CA0C-2E22-26D93490248D}"/>
              </a:ext>
            </a:extLst>
          </p:cNvPr>
          <p:cNvSpPr>
            <a:spLocks noGrp="1"/>
          </p:cNvSpPr>
          <p:nvPr>
            <p:ph type="dt" sz="half" idx="10"/>
          </p:nvPr>
        </p:nvSpPr>
        <p:spPr/>
        <p:txBody>
          <a:bodyPr/>
          <a:lstStyle/>
          <a:p>
            <a:fld id="{76325031-20B9-4E69-B5CF-A221D85CEC6D}" type="datetimeFigureOut">
              <a:rPr lang="fr-TN" smtClean="0"/>
              <a:t>27/10/2026</a:t>
            </a:fld>
            <a:endParaRPr lang="fr-TN"/>
          </a:p>
        </p:txBody>
      </p:sp>
      <p:sp>
        <p:nvSpPr>
          <p:cNvPr id="5" name="Footer Placeholder 4">
            <a:extLst>
              <a:ext uri="{FF2B5EF4-FFF2-40B4-BE49-F238E27FC236}">
                <a16:creationId xmlns:a16="http://schemas.microsoft.com/office/drawing/2014/main" id="{3B96474C-3225-9641-DC39-E61BA03212C3}"/>
              </a:ext>
            </a:extLst>
          </p:cNvPr>
          <p:cNvSpPr>
            <a:spLocks noGrp="1"/>
          </p:cNvSpPr>
          <p:nvPr>
            <p:ph type="ftr" sz="quarter" idx="11"/>
          </p:nvPr>
        </p:nvSpPr>
        <p:spPr/>
        <p:txBody>
          <a:bodyPr/>
          <a:lstStyle/>
          <a:p>
            <a:endParaRPr lang="fr-TN"/>
          </a:p>
        </p:txBody>
      </p:sp>
      <p:sp>
        <p:nvSpPr>
          <p:cNvPr id="6" name="Slide Number Placeholder 5">
            <a:extLst>
              <a:ext uri="{FF2B5EF4-FFF2-40B4-BE49-F238E27FC236}">
                <a16:creationId xmlns:a16="http://schemas.microsoft.com/office/drawing/2014/main" id="{1E6B07B4-AA4B-AD98-12F1-47D1DBD0921C}"/>
              </a:ext>
            </a:extLst>
          </p:cNvPr>
          <p:cNvSpPr>
            <a:spLocks noGrp="1"/>
          </p:cNvSpPr>
          <p:nvPr>
            <p:ph type="sldNum" sz="quarter" idx="12"/>
          </p:nvPr>
        </p:nvSpPr>
        <p:spPr/>
        <p:txBody>
          <a:bodyPr/>
          <a:lstStyle/>
          <a:p>
            <a:fld id="{6153A90C-6E4C-49C8-B189-D4F5995915C4}" type="slidenum">
              <a:rPr lang="fr-TN" smtClean="0"/>
              <a:t>‹#›</a:t>
            </a:fld>
            <a:endParaRPr lang="fr-TN"/>
          </a:p>
        </p:txBody>
      </p:sp>
    </p:spTree>
    <p:extLst>
      <p:ext uri="{BB962C8B-B14F-4D97-AF65-F5344CB8AC3E}">
        <p14:creationId xmlns:p14="http://schemas.microsoft.com/office/powerpoint/2010/main" val="42254474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773F3C6-7F0D-0A9C-5454-79DD009034D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fr-TN"/>
          </a:p>
        </p:txBody>
      </p:sp>
      <p:sp>
        <p:nvSpPr>
          <p:cNvPr id="3" name="Text Placeholder 2">
            <a:extLst>
              <a:ext uri="{FF2B5EF4-FFF2-40B4-BE49-F238E27FC236}">
                <a16:creationId xmlns:a16="http://schemas.microsoft.com/office/drawing/2014/main" id="{CF888D80-D630-8BCC-EF78-F9943D2D05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TN"/>
          </a:p>
        </p:txBody>
      </p:sp>
      <p:sp>
        <p:nvSpPr>
          <p:cNvPr id="4" name="Date Placeholder 3">
            <a:extLst>
              <a:ext uri="{FF2B5EF4-FFF2-40B4-BE49-F238E27FC236}">
                <a16:creationId xmlns:a16="http://schemas.microsoft.com/office/drawing/2014/main" id="{144AA949-91C1-21C7-02C1-66FF4E284D1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6325031-20B9-4E69-B5CF-A221D85CEC6D}" type="datetimeFigureOut">
              <a:rPr lang="fr-TN" smtClean="0"/>
              <a:t>27/10/2026</a:t>
            </a:fld>
            <a:endParaRPr lang="fr-TN"/>
          </a:p>
        </p:txBody>
      </p:sp>
      <p:sp>
        <p:nvSpPr>
          <p:cNvPr id="5" name="Footer Placeholder 4">
            <a:extLst>
              <a:ext uri="{FF2B5EF4-FFF2-40B4-BE49-F238E27FC236}">
                <a16:creationId xmlns:a16="http://schemas.microsoft.com/office/drawing/2014/main" id="{4FAD6756-2797-C335-A1FD-8967BB31C9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TN"/>
          </a:p>
        </p:txBody>
      </p:sp>
      <p:sp>
        <p:nvSpPr>
          <p:cNvPr id="6" name="Slide Number Placeholder 5">
            <a:extLst>
              <a:ext uri="{FF2B5EF4-FFF2-40B4-BE49-F238E27FC236}">
                <a16:creationId xmlns:a16="http://schemas.microsoft.com/office/drawing/2014/main" id="{F784FEE0-9B82-4EFB-BE1D-5105C2FAE18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153A90C-6E4C-49C8-B189-D4F5995915C4}" type="slidenum">
              <a:rPr lang="fr-TN" smtClean="0"/>
              <a:t>‹#›</a:t>
            </a:fld>
            <a:endParaRPr lang="fr-TN"/>
          </a:p>
        </p:txBody>
      </p:sp>
    </p:spTree>
    <p:extLst>
      <p:ext uri="{BB962C8B-B14F-4D97-AF65-F5344CB8AC3E}">
        <p14:creationId xmlns:p14="http://schemas.microsoft.com/office/powerpoint/2010/main" val="27658479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T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4.mp4"/><Relationship Id="rId1" Type="http://schemas.microsoft.com/office/2007/relationships/media" Target="../media/media4.mp4"/><Relationship Id="rId5" Type="http://schemas.openxmlformats.org/officeDocument/2006/relationships/image" Target="../media/image4.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5.mp4"/><Relationship Id="rId1" Type="http://schemas.microsoft.com/office/2007/relationships/media" Target="../media/media5.mp4"/><Relationship Id="rId5" Type="http://schemas.openxmlformats.org/officeDocument/2006/relationships/image" Target="../media/image5.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6.mp4"/><Relationship Id="rId1" Type="http://schemas.microsoft.com/office/2007/relationships/media" Target="../media/media6.mp4"/><Relationship Id="rId5" Type="http://schemas.openxmlformats.org/officeDocument/2006/relationships/image" Target="../media/image6.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7.mp4"/><Relationship Id="rId1" Type="http://schemas.microsoft.com/office/2007/relationships/media" Target="../media/media7.mp4"/><Relationship Id="rId5" Type="http://schemas.openxmlformats.org/officeDocument/2006/relationships/image" Target="../media/image7.png"/><Relationship Id="rId4"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EF2F6"/>
        </a:solidFill>
        <a:effectLst/>
      </p:bgPr>
    </p:bg>
    <p:spTree>
      <p:nvGrpSpPr>
        <p:cNvPr id="1" name=""/>
        <p:cNvGrpSpPr/>
        <p:nvPr/>
      </p:nvGrpSpPr>
      <p:grpSpPr>
        <a:xfrm>
          <a:off x="0" y="0"/>
          <a:ext cx="0" cy="0"/>
          <a:chOff x="0" y="0"/>
          <a:chExt cx="0" cy="0"/>
        </a:xfrm>
      </p:grpSpPr>
      <p:pic>
        <p:nvPicPr>
          <p:cNvPr id="2" name="The knowledge graph">
            <a:hlinkClick r:id="" action="ppaction://media"/>
            <a:extLst>
              <a:ext uri="{FF2B5EF4-FFF2-40B4-BE49-F238E27FC236}">
                <a16:creationId xmlns:a16="http://schemas.microsoft.com/office/drawing/2014/main" id="{430D82FD-4DA4-C3E5-E285-425EC313C50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2000" cy="6858000"/>
          </a:xfrm>
          <a:prstGeom prst="rect">
            <a:avLst/>
          </a:prstGeom>
        </p:spPr>
      </p:pic>
    </p:spTree>
    <p:extLst>
      <p:ext uri="{BB962C8B-B14F-4D97-AF65-F5344CB8AC3E}">
        <p14:creationId xmlns:p14="http://schemas.microsoft.com/office/powerpoint/2010/main" val="745919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834"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EF2F6"/>
        </a:solidFill>
        <a:effectLst/>
      </p:bgPr>
    </p:bg>
    <p:spTree>
      <p:nvGrpSpPr>
        <p:cNvPr id="1" name=""/>
        <p:cNvGrpSpPr/>
        <p:nvPr/>
      </p:nvGrpSpPr>
      <p:grpSpPr>
        <a:xfrm>
          <a:off x="0" y="0"/>
          <a:ext cx="0" cy="0"/>
          <a:chOff x="0" y="0"/>
          <a:chExt cx="0" cy="0"/>
        </a:xfrm>
      </p:grpSpPr>
      <p:pic>
        <p:nvPicPr>
          <p:cNvPr id="2" name="A new rule arrives">
            <a:hlinkClick r:id="" action="ppaction://media"/>
            <a:extLst>
              <a:ext uri="{FF2B5EF4-FFF2-40B4-BE49-F238E27FC236}">
                <a16:creationId xmlns:a16="http://schemas.microsoft.com/office/drawing/2014/main" id="{8135BE1D-5016-2A30-D962-20FC851386E3}"/>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2000" cy="6858000"/>
          </a:xfrm>
          <a:prstGeom prst="rect">
            <a:avLst/>
          </a:prstGeom>
        </p:spPr>
      </p:pic>
    </p:spTree>
    <p:extLst>
      <p:ext uri="{BB962C8B-B14F-4D97-AF65-F5344CB8AC3E}">
        <p14:creationId xmlns:p14="http://schemas.microsoft.com/office/powerpoint/2010/main" val="510760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867"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EF2F6"/>
        </a:solidFill>
        <a:effectLst/>
      </p:bgPr>
    </p:bg>
    <p:spTree>
      <p:nvGrpSpPr>
        <p:cNvPr id="1" name=""/>
        <p:cNvGrpSpPr/>
        <p:nvPr/>
      </p:nvGrpSpPr>
      <p:grpSpPr>
        <a:xfrm>
          <a:off x="0" y="0"/>
          <a:ext cx="0" cy="0"/>
          <a:chOff x="0" y="0"/>
          <a:chExt cx="0" cy="0"/>
        </a:xfrm>
      </p:grpSpPr>
      <p:pic>
        <p:nvPicPr>
          <p:cNvPr id="2" name="RAG + AI analysis">
            <a:hlinkClick r:id="" action="ppaction://media"/>
            <a:extLst>
              <a:ext uri="{FF2B5EF4-FFF2-40B4-BE49-F238E27FC236}">
                <a16:creationId xmlns:a16="http://schemas.microsoft.com/office/drawing/2014/main" id="{78C449D2-9783-E102-EEF5-B6EC8E6668FF}"/>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2000" cy="6858000"/>
          </a:xfrm>
          <a:prstGeom prst="rect">
            <a:avLst/>
          </a:prstGeom>
        </p:spPr>
      </p:pic>
    </p:spTree>
    <p:extLst>
      <p:ext uri="{BB962C8B-B14F-4D97-AF65-F5344CB8AC3E}">
        <p14:creationId xmlns:p14="http://schemas.microsoft.com/office/powerpoint/2010/main" val="3082222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2134"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EF2F6"/>
        </a:solidFill>
        <a:effectLst/>
      </p:bgPr>
    </p:bg>
    <p:spTree>
      <p:nvGrpSpPr>
        <p:cNvPr id="1" name=""/>
        <p:cNvGrpSpPr/>
        <p:nvPr/>
      </p:nvGrpSpPr>
      <p:grpSpPr>
        <a:xfrm>
          <a:off x="0" y="0"/>
          <a:ext cx="0" cy="0"/>
          <a:chOff x="0" y="0"/>
          <a:chExt cx="0" cy="0"/>
        </a:xfrm>
      </p:grpSpPr>
      <p:pic>
        <p:nvPicPr>
          <p:cNvPr id="2" name="New tests">
            <a:hlinkClick r:id="" action="ppaction://media"/>
            <a:extLst>
              <a:ext uri="{FF2B5EF4-FFF2-40B4-BE49-F238E27FC236}">
                <a16:creationId xmlns:a16="http://schemas.microsoft.com/office/drawing/2014/main" id="{82434334-8193-4462-5F60-B5530AE18F9E}"/>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2000" cy="6858000"/>
          </a:xfrm>
          <a:prstGeom prst="rect">
            <a:avLst/>
          </a:prstGeom>
        </p:spPr>
      </p:pic>
    </p:spTree>
    <p:extLst>
      <p:ext uri="{BB962C8B-B14F-4D97-AF65-F5344CB8AC3E}">
        <p14:creationId xmlns:p14="http://schemas.microsoft.com/office/powerpoint/2010/main" val="3806012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734"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EF2F6"/>
        </a:solidFill>
        <a:effectLst/>
      </p:bgPr>
    </p:bg>
    <p:spTree>
      <p:nvGrpSpPr>
        <p:cNvPr id="1" name=""/>
        <p:cNvGrpSpPr/>
        <p:nvPr/>
      </p:nvGrpSpPr>
      <p:grpSpPr>
        <a:xfrm>
          <a:off x="0" y="0"/>
          <a:ext cx="0" cy="0"/>
          <a:chOff x="0" y="0"/>
          <a:chExt cx="0" cy="0"/>
        </a:xfrm>
      </p:grpSpPr>
      <p:pic>
        <p:nvPicPr>
          <p:cNvPr id="2" name="Vendor test run">
            <a:hlinkClick r:id="" action="ppaction://media"/>
            <a:extLst>
              <a:ext uri="{FF2B5EF4-FFF2-40B4-BE49-F238E27FC236}">
                <a16:creationId xmlns:a16="http://schemas.microsoft.com/office/drawing/2014/main" id="{60847ADE-F25D-69F2-2591-DF776F431FBF}"/>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2000" cy="6858000"/>
          </a:xfrm>
          <a:prstGeom prst="rect">
            <a:avLst/>
          </a:prstGeom>
        </p:spPr>
      </p:pic>
    </p:spTree>
    <p:extLst>
      <p:ext uri="{BB962C8B-B14F-4D97-AF65-F5344CB8AC3E}">
        <p14:creationId xmlns:p14="http://schemas.microsoft.com/office/powerpoint/2010/main" val="3240548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1367"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EF2F6"/>
        </a:solidFill>
        <a:effectLst/>
      </p:bgPr>
    </p:bg>
    <p:spTree>
      <p:nvGrpSpPr>
        <p:cNvPr id="1" name=""/>
        <p:cNvGrpSpPr/>
        <p:nvPr/>
      </p:nvGrpSpPr>
      <p:grpSpPr>
        <a:xfrm>
          <a:off x="0" y="0"/>
          <a:ext cx="0" cy="0"/>
          <a:chOff x="0" y="0"/>
          <a:chExt cx="0" cy="0"/>
        </a:xfrm>
      </p:grpSpPr>
      <p:pic>
        <p:nvPicPr>
          <p:cNvPr id="2" name="Triage and decision">
            <a:hlinkClick r:id="" action="ppaction://media"/>
            <a:extLst>
              <a:ext uri="{FF2B5EF4-FFF2-40B4-BE49-F238E27FC236}">
                <a16:creationId xmlns:a16="http://schemas.microsoft.com/office/drawing/2014/main" id="{400DA661-E028-F0EF-672C-F5181B17A85F}"/>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2000" cy="6858000"/>
          </a:xfrm>
          <a:prstGeom prst="rect">
            <a:avLst/>
          </a:prstGeom>
        </p:spPr>
      </p:pic>
    </p:spTree>
    <p:extLst>
      <p:ext uri="{BB962C8B-B14F-4D97-AF65-F5344CB8AC3E}">
        <p14:creationId xmlns:p14="http://schemas.microsoft.com/office/powerpoint/2010/main" val="1093736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834"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EF2F6"/>
        </a:solidFill>
        <a:effectLst/>
      </p:bgPr>
    </p:bg>
    <p:spTree>
      <p:nvGrpSpPr>
        <p:cNvPr id="1" name=""/>
        <p:cNvGrpSpPr/>
        <p:nvPr/>
      </p:nvGrpSpPr>
      <p:grpSpPr>
        <a:xfrm>
          <a:off x="0" y="0"/>
          <a:ext cx="0" cy="0"/>
          <a:chOff x="0" y="0"/>
          <a:chExt cx="0" cy="0"/>
        </a:xfrm>
      </p:grpSpPr>
      <p:pic>
        <p:nvPicPr>
          <p:cNvPr id="2" name="The loop">
            <a:hlinkClick r:id="" action="ppaction://media"/>
            <a:extLst>
              <a:ext uri="{FF2B5EF4-FFF2-40B4-BE49-F238E27FC236}">
                <a16:creationId xmlns:a16="http://schemas.microsoft.com/office/drawing/2014/main" id="{66EE44C0-7AD7-FCE8-DDC2-E4EF26FB77C8}"/>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2000" cy="6858000"/>
          </a:xfrm>
          <a:prstGeom prst="rect">
            <a:avLst/>
          </a:prstGeom>
        </p:spPr>
      </p:pic>
    </p:spTree>
    <p:extLst>
      <p:ext uri="{BB962C8B-B14F-4D97-AF65-F5344CB8AC3E}">
        <p14:creationId xmlns:p14="http://schemas.microsoft.com/office/powerpoint/2010/main" val="3165853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734"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TotalTime>
  <Words>240</Words>
  <Application>Microsoft Office PowerPoint</Application>
  <PresentationFormat>Widescreen</PresentationFormat>
  <Paragraphs>14</Paragraphs>
  <Slides>7</Slides>
  <Notes>7</Notes>
  <HiddenSlides>0</HiddenSlides>
  <MMClips>7</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ahlem trabelsi</dc:creator>
  <cp:lastModifiedBy>ahlem trabelsi</cp:lastModifiedBy>
  <cp:revision>4</cp:revision>
  <dcterms:created xsi:type="dcterms:W3CDTF">2026-10-27T10:11:03Z</dcterms:created>
  <dcterms:modified xsi:type="dcterms:W3CDTF">2026-10-27T10:49:35Z</dcterms:modified>
</cp:coreProperties>
</file>